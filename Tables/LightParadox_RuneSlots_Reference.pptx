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73152" cy="2560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Slots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Reference — Light Paradox · EasySurvivalRPGv5 · UE 5.4.4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mapea cada Rune Slot de Head con sus IDs y posiciones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sistema del asset: Widget, Enum, EquipmentSlots Array,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Equipment Types Map y ContainerSlotSettings.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34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44348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434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E_EquipmentSlot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44348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4434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BP_EquipmentComponent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44348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434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BP_Character_Player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509760" y="44348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8A1A6A"/>
          </a:solidFill>
          <a:ln w="12700">
            <a:solidFill>
              <a:srgbClr val="8A1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4434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BP_ItemsLibrary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— Internal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los sistemas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Rune Slot tiene un ID en 5 sistemas distintos. Todos deben estar sincronizados.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103120" cy="2377440"/>
          </a:xfrm>
          <a:prstGeom prst="rect">
            <a:avLst/>
          </a:prstGeom>
          <a:solidFill>
            <a:srgbClr val="1A263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103120" cy="3840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190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Designer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219456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widget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default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4688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651760" y="1280160"/>
            <a:ext cx="2103120" cy="2377440"/>
          </a:xfrm>
          <a:prstGeom prst="rect">
            <a:avLst/>
          </a:prstGeom>
          <a:solidFill>
            <a:srgbClr val="1A2635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280160"/>
            <a:ext cx="2103120" cy="384048"/>
          </a:xfrm>
          <a:prstGeom prst="rect">
            <a:avLst/>
          </a:prstGeom>
          <a:solidFill>
            <a:srgbClr val="7B4FFF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80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E_EquipmentSlot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17190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24912" y="219456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numérico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(orden = nunca reordenar)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983480" y="1280160"/>
            <a:ext cx="2103120" cy="2377440"/>
          </a:xfrm>
          <a:prstGeom prst="rect">
            <a:avLst/>
          </a:prstGeom>
          <a:solidFill>
            <a:srgbClr val="1A2635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280160"/>
            <a:ext cx="2103120" cy="384048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280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EquipmentSlots Array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56632" y="17190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BP_Character_Player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(instancia EquipmentContainer)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56632" y="219456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del array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Slot Number del widget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24688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315200" y="1280160"/>
            <a:ext cx="2103120" cy="2377440"/>
          </a:xfrm>
          <a:prstGeom prst="rect">
            <a:avLst/>
          </a:prstGeom>
          <a:solidFill>
            <a:srgbClr val="1A2635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280160"/>
            <a:ext cx="2103120" cy="384048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280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Equipment Types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88352" y="17190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BP_EquipmentComponent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BP_ItemsLibrary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88352" y="219456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Tag → Byte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(valor del enum)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18320" y="2468880"/>
            <a:ext cx="2286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646920" y="1280160"/>
            <a:ext cx="2103120" cy="2377440"/>
          </a:xfrm>
          <a:prstGeom prst="rect">
            <a:avLst/>
          </a:prstGeom>
          <a:solidFill>
            <a:srgbClr val="1A2635"/>
          </a:solidFill>
          <a:ln w="12700">
            <a:solidFill>
              <a:srgbClr val="8A1A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6920" y="1280160"/>
            <a:ext cx="2103120" cy="384048"/>
          </a:xfrm>
          <a:prstGeom prst="rect">
            <a:avLst/>
          </a:prstGeom>
          <a:solidFill>
            <a:srgbClr val="8A1A6A"/>
          </a:solidFill>
          <a:ln w="12700">
            <a:solidFill>
              <a:srgbClr val="8A1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1280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ContainerSlotSettings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20072" y="17190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BP_Character_Player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(instancia EquipmentContainer)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20072" y="219456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del array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RestrictionQuery (Tag)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840480"/>
            <a:ext cx="11521440" cy="640080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4048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REGLA CRÍTICA: El índice del array EquipmentSlots debe coincidir numéricamente con el valor Byte del enum E_EquipmentSlot. Nunca reordenar valores del enum.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0040" y="461772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cualquiera de los 5 sistemas no tiene la entrada del slot → el slot falla silenciosamente (acepta cualquier ítem sin validar, o no aparece en la UI).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— Internal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Referencia — Head Rune Slots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= sistemas del asset  ·  Filas = cada Rune Slot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932688"/>
            <a:ext cx="320040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932688"/>
            <a:ext cx="3200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2240280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22402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(UI_Character)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697480" y="932688"/>
            <a:ext cx="960120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932688"/>
            <a:ext cx="9601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657600" y="932688"/>
            <a:ext cx="2011680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932688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E_EquipmentSlot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(Enum Index — Name)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669280" y="932688"/>
            <a:ext cx="1554480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932688"/>
            <a:ext cx="15544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EquipmentSlots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223760" y="932688"/>
            <a:ext cx="2560320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932688"/>
            <a:ext cx="25603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Tag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(RestrictionQuery)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784080" y="932688"/>
            <a:ext cx="1691640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932688"/>
            <a:ext cx="16916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ContainerSlot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Index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1475720" y="932688"/>
            <a:ext cx="804672" cy="475488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75720" y="932688"/>
            <a:ext cx="80467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37160" y="1408176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1408176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1408176"/>
            <a:ext cx="22402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408176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697480" y="1408176"/>
            <a:ext cx="9601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1408176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0" y="1408176"/>
            <a:ext cx="20116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1408176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HeadRuneWord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0" y="1408176"/>
            <a:ext cx="15544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408176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23760" y="1408176"/>
            <a:ext cx="25603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408176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9784080" y="1408176"/>
            <a:ext cx="169164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1408176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475720" y="1408176"/>
            <a:ext cx="804672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75720" y="1408176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7160" y="1879092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" y="1879092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1879092"/>
            <a:ext cx="22402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1879092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Equipment_HeadRuneSlot_1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697480" y="1879092"/>
            <a:ext cx="9601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1879092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0" y="1879092"/>
            <a:ext cx="20116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1879092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HeadRuneWord_2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69280" y="1879092"/>
            <a:ext cx="15544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1879092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23760" y="1879092"/>
            <a:ext cx="25603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1879092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9784080" y="1879092"/>
            <a:ext cx="169164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0" y="1879092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1475720" y="1879092"/>
            <a:ext cx="804672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75720" y="1879092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37160" y="2350008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2350008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2350008"/>
            <a:ext cx="22402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2350008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Equipment_HeadRuneSlot_2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2697480" y="2350008"/>
            <a:ext cx="9601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97480" y="2350008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0" y="2350008"/>
            <a:ext cx="20116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0" y="2350008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HeadRuneWord_3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69280" y="2350008"/>
            <a:ext cx="15544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2350008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23760" y="2350008"/>
            <a:ext cx="25603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0" y="2350008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9784080" y="2350008"/>
            <a:ext cx="169164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84080" y="2350008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1475720" y="2350008"/>
            <a:ext cx="804672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475720" y="2350008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37160" y="2820924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7160" y="2820924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57200" y="2820924"/>
            <a:ext cx="22402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2820924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Equipment_HeadRuneSlot_3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2697480" y="2820924"/>
            <a:ext cx="9601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97480" y="2820924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657600" y="2820924"/>
            <a:ext cx="20116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0" y="2820924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HeadRuneWord_4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669280" y="2820924"/>
            <a:ext cx="15544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69280" y="2820924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223760" y="2820924"/>
            <a:ext cx="25603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23760" y="2820924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9784080" y="2820924"/>
            <a:ext cx="169164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84080" y="2820924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11475720" y="2820924"/>
            <a:ext cx="804672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475720" y="2820924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37160" y="3291840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7160" y="3291840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57200" y="3291840"/>
            <a:ext cx="22402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3291840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Equipment_HeadRuneSlot_4</a:t>
            </a:r>
            <a:endParaRPr lang="en-US" sz="880" dirty="0"/>
          </a:p>
        </p:txBody>
      </p:sp>
      <p:sp>
        <p:nvSpPr>
          <p:cNvPr id="89" name="Shape 87"/>
          <p:cNvSpPr/>
          <p:nvPr/>
        </p:nvSpPr>
        <p:spPr>
          <a:xfrm>
            <a:off x="2697480" y="3291840"/>
            <a:ext cx="9601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697480" y="3291840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657600" y="3291840"/>
            <a:ext cx="20116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57600" y="3291840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— HeadRuneWord_5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5669280" y="3291840"/>
            <a:ext cx="15544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69280" y="3291840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223760" y="3291840"/>
            <a:ext cx="25603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23760" y="3291840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9784080" y="3291840"/>
            <a:ext cx="169164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84080" y="3291840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1475720" y="3291840"/>
            <a:ext cx="804672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1475720" y="3291840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37160" y="3762756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37160" y="3762756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457200" y="3762756"/>
            <a:ext cx="22402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3762756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Equipment_HeadRuneSlot_5</a:t>
            </a:r>
            <a:endParaRPr lang="en-US" sz="880" dirty="0"/>
          </a:p>
        </p:txBody>
      </p:sp>
      <p:sp>
        <p:nvSpPr>
          <p:cNvPr id="105" name="Shape 103"/>
          <p:cNvSpPr/>
          <p:nvPr/>
        </p:nvSpPr>
        <p:spPr>
          <a:xfrm>
            <a:off x="2697480" y="3762756"/>
            <a:ext cx="9601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697480" y="3762756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3657600" y="3762756"/>
            <a:ext cx="20116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0" y="3762756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— HeadRuneWord_6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669280" y="3762756"/>
            <a:ext cx="15544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669280" y="3762756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7223760" y="3762756"/>
            <a:ext cx="25603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23760" y="3762756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113" name="Shape 111"/>
          <p:cNvSpPr/>
          <p:nvPr/>
        </p:nvSpPr>
        <p:spPr>
          <a:xfrm>
            <a:off x="9784080" y="3762756"/>
            <a:ext cx="169164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784080" y="3762756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11475720" y="3762756"/>
            <a:ext cx="804672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75720" y="3762756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137160" y="4233672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37160" y="4233672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57200" y="4233672"/>
            <a:ext cx="22402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57200" y="4233672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Equipment_HeadRuneSlot_6</a:t>
            </a:r>
            <a:endParaRPr lang="en-US" sz="880" dirty="0"/>
          </a:p>
        </p:txBody>
      </p:sp>
      <p:sp>
        <p:nvSpPr>
          <p:cNvPr id="121" name="Shape 119"/>
          <p:cNvSpPr/>
          <p:nvPr/>
        </p:nvSpPr>
        <p:spPr>
          <a:xfrm>
            <a:off x="2697480" y="4233672"/>
            <a:ext cx="9601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697480" y="4233672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3657600" y="4233672"/>
            <a:ext cx="20116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657600" y="4233672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— HeadRuneWord_7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5669280" y="4233672"/>
            <a:ext cx="15544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669280" y="4233672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7223760" y="4233672"/>
            <a:ext cx="25603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223760" y="4233672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129" name="Shape 127"/>
          <p:cNvSpPr/>
          <p:nvPr/>
        </p:nvSpPr>
        <p:spPr>
          <a:xfrm>
            <a:off x="9784080" y="4233672"/>
            <a:ext cx="169164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784080" y="4233672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11475720" y="4233672"/>
            <a:ext cx="804672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1475720" y="4233672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137160" y="4704588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37160" y="4704588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457200" y="4704588"/>
            <a:ext cx="22402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57200" y="4704588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Equipment_HeadRuneSlot_7</a:t>
            </a:r>
            <a:endParaRPr lang="en-US" sz="880" dirty="0"/>
          </a:p>
        </p:txBody>
      </p:sp>
      <p:sp>
        <p:nvSpPr>
          <p:cNvPr id="137" name="Shape 135"/>
          <p:cNvSpPr/>
          <p:nvPr/>
        </p:nvSpPr>
        <p:spPr>
          <a:xfrm>
            <a:off x="2697480" y="4704588"/>
            <a:ext cx="9601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697480" y="4704588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3657600" y="4704588"/>
            <a:ext cx="20116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657600" y="4704588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— HeadRuneWord_8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5669280" y="4704588"/>
            <a:ext cx="15544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669280" y="4704588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7223760" y="4704588"/>
            <a:ext cx="25603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23760" y="4704588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145" name="Shape 143"/>
          <p:cNvSpPr/>
          <p:nvPr/>
        </p:nvSpPr>
        <p:spPr>
          <a:xfrm>
            <a:off x="9784080" y="4704588"/>
            <a:ext cx="169164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84080" y="4704588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11475720" y="4704588"/>
            <a:ext cx="804672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1475720" y="4704588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137160" y="5175504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37160" y="5175504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457200" y="5175504"/>
            <a:ext cx="22402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57200" y="5175504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Equipment_HeadRuneSlot_8</a:t>
            </a:r>
            <a:endParaRPr lang="en-US" sz="880" dirty="0"/>
          </a:p>
        </p:txBody>
      </p:sp>
      <p:sp>
        <p:nvSpPr>
          <p:cNvPr id="153" name="Shape 151"/>
          <p:cNvSpPr/>
          <p:nvPr/>
        </p:nvSpPr>
        <p:spPr>
          <a:xfrm>
            <a:off x="2697480" y="5175504"/>
            <a:ext cx="9601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697480" y="5175504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3657600" y="5175504"/>
            <a:ext cx="20116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657600" y="5175504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— HeadRuneWord_9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5669280" y="5175504"/>
            <a:ext cx="155448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669280" y="5175504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7223760" y="5175504"/>
            <a:ext cx="256032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223760" y="5175504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161" name="Shape 159"/>
          <p:cNvSpPr/>
          <p:nvPr/>
        </p:nvSpPr>
        <p:spPr>
          <a:xfrm>
            <a:off x="9784080" y="5175504"/>
            <a:ext cx="1691640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784080" y="5175504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163" name="Shape 161"/>
          <p:cNvSpPr/>
          <p:nvPr/>
        </p:nvSpPr>
        <p:spPr>
          <a:xfrm>
            <a:off x="11475720" y="5175504"/>
            <a:ext cx="804672" cy="47091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475720" y="5175504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137160" y="5646420"/>
            <a:ext cx="320040" cy="47091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37160" y="5646420"/>
            <a:ext cx="3200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457200" y="5646420"/>
            <a:ext cx="22402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57200" y="5646420"/>
            <a:ext cx="22402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Equipment_HeadRuneSlot_9</a:t>
            </a:r>
            <a:endParaRPr lang="en-US" sz="880" dirty="0"/>
          </a:p>
        </p:txBody>
      </p:sp>
      <p:sp>
        <p:nvSpPr>
          <p:cNvPr id="169" name="Shape 167"/>
          <p:cNvSpPr/>
          <p:nvPr/>
        </p:nvSpPr>
        <p:spPr>
          <a:xfrm>
            <a:off x="2697480" y="5646420"/>
            <a:ext cx="9601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697480" y="5646420"/>
            <a:ext cx="9601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3657600" y="5646420"/>
            <a:ext cx="20116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657600" y="5646420"/>
            <a:ext cx="20116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— HeadRuneWord_10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5669280" y="5646420"/>
            <a:ext cx="155448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669280" y="5646420"/>
            <a:ext cx="155448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175" name="Shape 173"/>
          <p:cNvSpPr/>
          <p:nvPr/>
        </p:nvSpPr>
        <p:spPr>
          <a:xfrm>
            <a:off x="7223760" y="5646420"/>
            <a:ext cx="256032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223760" y="5646420"/>
            <a:ext cx="256032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EasyRPG.Items.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Equipment.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HeadRuneWord</a:t>
            </a:r>
            <a:endParaRPr lang="en-US" sz="780" dirty="0"/>
          </a:p>
        </p:txBody>
      </p:sp>
      <p:sp>
        <p:nvSpPr>
          <p:cNvPr id="177" name="Shape 175"/>
          <p:cNvSpPr/>
          <p:nvPr/>
        </p:nvSpPr>
        <p:spPr>
          <a:xfrm>
            <a:off x="9784080" y="5646420"/>
            <a:ext cx="1691640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784080" y="5646420"/>
            <a:ext cx="1691640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179" name="Shape 177"/>
          <p:cNvSpPr/>
          <p:nvPr/>
        </p:nvSpPr>
        <p:spPr>
          <a:xfrm>
            <a:off x="11475720" y="5646420"/>
            <a:ext cx="804672" cy="47091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1475720" y="5646420"/>
            <a:ext cx="804672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137160" y="6172200"/>
            <a:ext cx="1179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Los slots 2-10 comparten el mismo Gameplay Tag (HeadRuneWord) porque todos aceptan el mismo tipo de ítem. La distinción entre slots la hace el índice numérico del array, no el Tag.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UpdateRuneSlotVisibility — Mapeo del Select (UI_Character)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función revela/colapsa el slot siguiente al asignar o quitar una runa. El Select usa el Slot Number del slot que RECIBIÓ el ítem para encontrar el SIGUIENTE slot a revelar.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4389120"/>
          </a:xfrm>
          <a:prstGeom prst="rect">
            <a:avLst/>
          </a:prstGeom>
          <a:solidFill>
            <a:srgbClr val="1A2635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la función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749808"/>
          </a:xfrm>
          <a:prstGeom prst="rect">
            <a:avLst/>
          </a:prstGeom>
          <a:solidFill>
            <a:srgbClr val="1E2D40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Recibe: Slot Index (Integer)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Assigned (Boolean)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331720" y="2322576"/>
            <a:ext cx="0" cy="173736"/>
          </a:xfrm>
          <a:prstGeom prst="line">
            <a:avLst/>
          </a:prstGeom>
          <a:noFill/>
          <a:ln w="19050">
            <a:solidFill>
              <a:srgbClr val="1A8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3749040" cy="749808"/>
          </a:xfrm>
          <a:prstGeom prst="rect">
            <a:avLst/>
          </a:prstGeom>
          <a:solidFill>
            <a:srgbClr val="1E2D40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CollapseGraph / Select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= Slot Index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del enum E_EquipmentSlot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widget del slot SIGUIENTE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331720" y="3282696"/>
            <a:ext cx="0" cy="173736"/>
          </a:xfrm>
          <a:prstGeom prst="line">
            <a:avLst/>
          </a:prstGeom>
          <a:noFill/>
          <a:ln w="19050">
            <a:solidFill>
              <a:srgbClr val="1A8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3749040" cy="749808"/>
          </a:xfrm>
          <a:prstGeom prst="rect">
            <a:avLst/>
          </a:prstGeom>
          <a:solidFill>
            <a:srgbClr val="1E2D40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Valid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Select devuelve None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(último slot) → termina sin error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331720" y="4242816"/>
            <a:ext cx="0" cy="173736"/>
          </a:xfrm>
          <a:prstGeom prst="line">
            <a:avLst/>
          </a:prstGeom>
          <a:noFill/>
          <a:ln w="19050">
            <a:solidFill>
              <a:srgbClr val="1A8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434840"/>
            <a:ext cx="3749040" cy="749808"/>
          </a:xfrm>
          <a:prstGeom prst="rect">
            <a:avLst/>
          </a:prstGeom>
          <a:solidFill>
            <a:srgbClr val="1E2D40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53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(Item Assigned)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Set Visibility: Visible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Set Visibility: Collapsed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7132320" cy="4389120"/>
          </a:xfrm>
          <a:prstGeom prst="rect">
            <a:avLst/>
          </a:prstGeom>
          <a:solidFill>
            <a:srgbClr val="1A2635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97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Mapeo: Slot que recibe → Widget que se revela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508760"/>
            <a:ext cx="2286000" cy="384048"/>
          </a:xfrm>
          <a:prstGeom prst="rect">
            <a:avLst/>
          </a:prstGeom>
          <a:solidFill>
            <a:srgbClr val="0A3D5C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del Enum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(Slot que recibe la runa)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1508760"/>
            <a:ext cx="1005840" cy="384048"/>
          </a:xfrm>
          <a:prstGeom prst="rect">
            <a:avLst/>
          </a:prstGeom>
          <a:solidFill>
            <a:srgbClr val="0A3D5C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Number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138160" y="1508760"/>
            <a:ext cx="2468880" cy="384048"/>
          </a:xfrm>
          <a:prstGeom prst="rect">
            <a:avLst/>
          </a:prstGeom>
          <a:solidFill>
            <a:srgbClr val="0A3D5C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508760"/>
            <a:ext cx="246888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que se revela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(slot siguiente)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607040" y="1508760"/>
            <a:ext cx="1005840" cy="384048"/>
          </a:xfrm>
          <a:prstGeom prst="rect">
            <a:avLst/>
          </a:prstGeom>
          <a:solidFill>
            <a:srgbClr val="0A3D5C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Number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revelado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1892808"/>
            <a:ext cx="228600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32320" y="189280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189280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138160" y="1892808"/>
            <a:ext cx="246888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607040" y="189280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7040" y="189280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2258568"/>
            <a:ext cx="228600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25856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32320" y="225856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225856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38160" y="2258568"/>
            <a:ext cx="246888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225856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607040" y="225856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225856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2624328"/>
            <a:ext cx="228600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62432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3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132320" y="262432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262432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138160" y="2624328"/>
            <a:ext cx="246888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607040" y="262432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07040" y="262432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46320" y="2990088"/>
            <a:ext cx="228600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4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132320" y="299008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0" y="299008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138160" y="2990088"/>
            <a:ext cx="246888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299008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Equipment_HeadRuneSlot_4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607040" y="299008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607040" y="299008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46320" y="3355848"/>
            <a:ext cx="228600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335584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5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132320" y="335584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0" y="335584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138160" y="3355848"/>
            <a:ext cx="246888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Equipment_HeadRuneSlot_5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607040" y="335584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607040" y="335584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46320" y="3721608"/>
            <a:ext cx="228600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72160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6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132320" y="372160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0" y="372160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138160" y="3721608"/>
            <a:ext cx="246888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38160" y="372160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Equipment_HeadRuneSlot_6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0607040" y="372160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607040" y="372160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846320" y="4087368"/>
            <a:ext cx="228600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4632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7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132320" y="408736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32320" y="408736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138160" y="4087368"/>
            <a:ext cx="246888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38160" y="408736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Equipment_HeadRuneSlot_7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607040" y="408736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607040" y="408736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846320" y="4453128"/>
            <a:ext cx="228600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46320" y="445312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8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132320" y="445312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32320" y="445312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138160" y="4453128"/>
            <a:ext cx="246888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138160" y="445312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Equipment_HeadRuneSlot_8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0607040" y="445312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607040" y="445312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846320" y="4818888"/>
            <a:ext cx="228600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46320" y="481888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9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132320" y="481888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32320" y="481888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138160" y="4818888"/>
            <a:ext cx="246888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38160" y="481888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Equipment_HeadRuneSlot_9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0607040" y="4818888"/>
            <a:ext cx="1005840" cy="365760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607040" y="481888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846320" y="5184648"/>
            <a:ext cx="228600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846320" y="5184648"/>
            <a:ext cx="22860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Rune Word 10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132320" y="518464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132320" y="518464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138160" y="5184648"/>
            <a:ext cx="246888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138160" y="5184648"/>
            <a:ext cx="2468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(ninguno — último slot)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0607040" y="5184648"/>
            <a:ext cx="100584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607040" y="5184648"/>
            <a:ext cx="100584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— Internal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Agregar un Rune Slot Nuevo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slot nuevo requiere modificaciones en 7 lugares. Si cualquiera falla, el slot no funciona.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47472" cy="365760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347472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024128"/>
            <a:ext cx="2560320" cy="365760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24128"/>
            <a:ext cx="256032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1024128"/>
            <a:ext cx="4754880" cy="365760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024128"/>
            <a:ext cx="475488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936992" y="1024128"/>
            <a:ext cx="2560320" cy="365760"/>
          </a:xfrm>
          <a:prstGeom prst="rect">
            <a:avLst/>
          </a:prstGeom>
          <a:solidFill>
            <a:srgbClr val="0A3D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024128"/>
            <a:ext cx="256032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/ Blueprint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389888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38988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" y="1389888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1389888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E_EquipmentSlot (Enum)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182112" y="1389888"/>
            <a:ext cx="475488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2112" y="1389888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nuevo valor al FINAL del enum. Nunca reordenar. Anotar el índice numérico asignado.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936992" y="1389888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1389888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BP_EquipmentComponent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1883664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883664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" y="1883664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1883664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E_EquipmentType (Enum)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182112" y="1883664"/>
            <a:ext cx="475488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1883664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el mismo valor con el mismo nombre. Mantener sincronizado con E_EquipmentSlot.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936992" y="1883664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6992" y="1883664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separado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74320" y="2377440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377440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" y="2377440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2377440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EquipmentSlots Array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182112" y="2377440"/>
            <a:ext cx="475488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2377440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entrada del nuevo enum en la instancia de EquipmentContainer en BP_Character_Player.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936992" y="2377440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2377440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BP_Character_Player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74320" y="2871216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871216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" y="2871216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2871216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Equipment Types Map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182112" y="2871216"/>
            <a:ext cx="475488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82112" y="2871216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entrada Gameplay Tag → Byte (valor del enum). Solo si el tag es nuevo — slots múltiples del mismo tipo comparten tag.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936992" y="2871216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36992" y="2871216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BP_EquipmentComponent / BP_ItemsLibrary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274320" y="3364992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364992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" y="3364992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3364992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ContainerSlotSettings Array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3182112" y="3364992"/>
            <a:ext cx="475488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82112" y="3364992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entrada en la instancia de EquipmentContainer. Configurar RestrictionQuery con el Gameplay Tag correcto.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7936992" y="3364992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36992" y="3364992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BP_Character_Player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274320" y="3858768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85876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21792" y="3858768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3858768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 — Designer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3182112" y="3858768"/>
            <a:ext cx="475488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82112" y="3858768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widget de slot existente. Renombrar con convención Equipment_[Nombre]Slot_[N]. Asignar Slot Number. Activar Is Variable.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7936992" y="3858768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36992" y="3858768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274320" y="4352544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352544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21792" y="4352544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" y="4352544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 — EventGraph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3182112" y="4352544"/>
            <a:ext cx="475488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82112" y="4352544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Set Container Reference para el nuevo widget en cadena Exec.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7936992" y="4352544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36992" y="4352544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274320" y="4846320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846320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21792" y="4846320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" y="4846320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UpdateEquipmentSlotItem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3182112" y="4846320"/>
            <a:ext cx="475488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82112" y="4846320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Get del nuevo widget al pin correspondiente del nodo Select.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7936992" y="4846320"/>
            <a:ext cx="25603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36992" y="4846320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274320" y="5340096"/>
            <a:ext cx="347472" cy="493776"/>
          </a:xfrm>
          <a:prstGeom prst="rect">
            <a:avLst/>
          </a:prstGeom>
          <a:solidFill>
            <a:srgbClr val="7B4FFF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5340096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21792" y="5340096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" y="5340096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UpdateRuneSlotVisibility</a:t>
            </a:r>
            <a:endParaRPr lang="en-US" sz="880" dirty="0"/>
          </a:p>
        </p:txBody>
      </p:sp>
      <p:sp>
        <p:nvSpPr>
          <p:cNvPr id="81" name="Shape 79"/>
          <p:cNvSpPr/>
          <p:nvPr/>
        </p:nvSpPr>
        <p:spPr>
          <a:xfrm>
            <a:off x="3182112" y="5340096"/>
            <a:ext cx="475488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82112" y="5340096"/>
            <a:ext cx="475488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pin del enum en el CollapseGraph/Select. Conectar al widget siguiente en la cadena.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7936992" y="5340096"/>
            <a:ext cx="2560320" cy="493776"/>
          </a:xfrm>
          <a:prstGeom prst="rect">
            <a:avLst/>
          </a:prstGeom>
          <a:solidFill>
            <a:srgbClr val="1924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36992" y="5340096"/>
            <a:ext cx="256032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UI_Character</a:t>
            </a:r>
            <a:endParaRPr lang="en-US" sz="880" dirty="0"/>
          </a:p>
        </p:txBody>
      </p:sp>
      <p:sp>
        <p:nvSpPr>
          <p:cNvPr id="85" name="Text 83"/>
          <p:cNvSpPr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— Internal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Paradox — Rune Slots Reference</dc:title>
  <dc:subject>PptxGenJS Presentation</dc:subject>
  <dc:creator>PptxGenJS</dc:creator>
  <cp:lastModifiedBy>PptxGenJS</cp:lastModifiedBy>
  <cp:revision>1</cp:revision>
  <dcterms:created xsi:type="dcterms:W3CDTF">2026-06-06T21:21:55Z</dcterms:created>
  <dcterms:modified xsi:type="dcterms:W3CDTF">2026-06-06T21:21:55Z</dcterms:modified>
</cp:coreProperties>
</file>